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80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95CB22B7-0138-4585-98E6-655308FD8D3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683EDD64-0765-43B0-A044-8CCFFCFF80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22B7-0138-4585-98E6-655308FD8D3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DD64-0765-43B0-A044-8CCFFCFF80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22B7-0138-4585-98E6-655308FD8D3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DD64-0765-43B0-A044-8CCFFCFF80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22B7-0138-4585-98E6-655308FD8D3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DD64-0765-43B0-A044-8CCFFCFF80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22B7-0138-4585-98E6-655308FD8D37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DD64-0765-43B0-A044-8CCFFCFF80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22B7-0138-4585-98E6-655308FD8D37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DD64-0765-43B0-A044-8CCFFCFF80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22B7-0138-4585-98E6-655308FD8D37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DD64-0765-43B0-A044-8CCFFCFF80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22B7-0138-4585-98E6-655308FD8D3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DD64-0765-43B0-A044-8CCFFCFF80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22B7-0138-4585-98E6-655308FD8D3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DD64-0765-43B0-A044-8CCFFCFF80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22B7-0138-4585-98E6-655308FD8D3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DD64-0765-43B0-A044-8CCFFCFF80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22B7-0138-4585-98E6-655308FD8D3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DD64-0765-43B0-A044-8CCFFCFF80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  <a:endParaRPr lang="en-US" sz="9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  <a:endParaRPr lang="en-US" sz="9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22B7-0138-4585-98E6-655308FD8D3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DD64-0765-43B0-A044-8CCFFCFF80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22B7-0138-4585-98E6-655308FD8D3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DD64-0765-43B0-A044-8CCFFCFF80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22B7-0138-4585-98E6-655308FD8D37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DD64-0765-43B0-A044-8CCFFCFF80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22B7-0138-4585-98E6-655308FD8D37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DD64-0765-43B0-A044-8CCFFCFF80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22B7-0138-4585-98E6-655308FD8D3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DD64-0765-43B0-A044-8CCFFCFF80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22B7-0138-4585-98E6-655308FD8D3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DD64-0765-43B0-A044-8CCFFCFF80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8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5CB22B7-0138-4585-98E6-655308FD8D3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83EDD64-0765-43B0-A044-8CCFFCFF808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person running with shopping bags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11191" y="966355"/>
            <a:ext cx="452004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2"/>
                </a:solidFill>
                <a:latin typeface="Britannic Bold" panose="020B0903060703020204" pitchFamily="34" charset="0"/>
              </a:rPr>
              <a:t>Shopper Spectrum: Customer Segmentation and Product Recommendations </a:t>
            </a:r>
            <a:endParaRPr lang="en-IN" sz="3200" dirty="0">
              <a:solidFill>
                <a:schemeClr val="bg2"/>
              </a:solidFill>
              <a:latin typeface="Britannic Bold" panose="020B0903060703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customer purchasing behavior and group them based on RFM metrics. Additionally, recommend products using item-based collaborative filtering.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online_retail.csv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COLUMNS : Invoice No, Stock Code, Description, Quantity, Invoice Date, Unit Price, Customer ID, Country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 and missing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CustomerIDs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Excluded cancelled invoices (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InvoiceNo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starting with “C”).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Kept only positive Quantity and UnitPrice.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Converted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datetime format for time-based analysis.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XPLORATORY DATA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 descr="A graph with blue and black text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19" y="2358737"/>
            <a:ext cx="10962408" cy="4145972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XPLORATORY DATA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A bar graph with numbers and text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09" y="2603499"/>
            <a:ext cx="11066318" cy="3786909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XPLORATORY DATA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A graph with a line and a blue line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2603500"/>
            <a:ext cx="11112500" cy="400050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XPLORATORY DATA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 descr="A graph with numbers and a number of people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324100"/>
            <a:ext cx="11112500" cy="427990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RFM DISTRIBUTION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A graph of a number of data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92" y="2327564"/>
            <a:ext cx="11014364" cy="4031672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RFM FEATURE ENGINEERING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Days since last purchase.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Number of unique invoices.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Monetary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Total spend per customer.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RFM table exported for further modeling.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&amp; SCALING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log transformation to normalize skewed RFM features.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values using Standard Scaler.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balanced weight for clustering.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preprocessing helps KMeans find meaningful clusters.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(K MEAN)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Elbow Method to determine optimal K (4 clusters).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Clustered customers into: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Customers – low Recency, high Frequency &amp; Monetary.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Customers – consistent engagement.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Occasional Buyers – irregular purchase pattern.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At-Risk Customers – inactive for a long time.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SUMMARY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2" descr="Screenshot 2025-11-08 13344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1645" y="2429510"/>
            <a:ext cx="6153785" cy="38690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615430" y="2690495"/>
            <a:ext cx="458152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cluster, calculates mean Recency, Frequency, Monetary — used to profile the clusters (who are high-value, who’s at risk).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Count shows cluster sizes.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Bar chart showing how many customers fall into each cluster.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LABELING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table with text on it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116" y="2213264"/>
            <a:ext cx="5597570" cy="4364181"/>
          </a:xfrm>
        </p:spPr>
      </p:pic>
      <p:sp>
        <p:nvSpPr>
          <p:cNvPr id="6" name="Content Placeholder 3"/>
          <p:cNvSpPr txBox="1"/>
          <p:nvPr/>
        </p:nvSpPr>
        <p:spPr>
          <a:xfrm>
            <a:off x="6096000" y="2620817"/>
            <a:ext cx="5516010" cy="3769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ordering of clusters.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labels applied: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---loyal VIP customers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---steady buyers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Occasional --- moderate potential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At-Risk --- reactivation targets.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segment used for targeted marketing actions.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993081" y="2603500"/>
            <a:ext cx="4525386" cy="34163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Item–Item Cosine Similarity Matrix from purchase patterns.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top 20 frequently bought products.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Product Recommendation Heatmap to visualize correlations.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screenshot of a computer screen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64" y="2327564"/>
            <a:ext cx="6380018" cy="41370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APP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dashboard for: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Viewing RFM clusters and segment summaries.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Entering product name - getting recommended products.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SEGMENTATION-RFM prediction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screenshot of a computer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55" y="2379518"/>
            <a:ext cx="10702636" cy="4208318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SEGMENTATION-RFM prediction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 descr="A screenshot of a computer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22" y="2306782"/>
            <a:ext cx="11062487" cy="4145974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SEGMENTATION-RFM prediction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A screenshot of a computer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06" y="2400300"/>
            <a:ext cx="10869267" cy="4249882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SEGMENTATION-RFM prediction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 descr="A screenshot of a computer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91" y="2400301"/>
            <a:ext cx="11035145" cy="4197926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SEGMENTATION-RFM prediction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A screenshot of a computer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54" y="2317173"/>
            <a:ext cx="11242963" cy="4135581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SEGMENTATION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 descr="A screenshot of a computer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86" y="2410691"/>
            <a:ext cx="10982405" cy="4156363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SEGMENTATION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A screenshot of a product recommendation form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66" y="2493818"/>
            <a:ext cx="11111134" cy="4021282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other clustering algorithms (DBSCAN, Hierarchical) for better pattern detection.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as a multi-user cloud app</a:t>
            </a:r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automated and cloud-based system.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2637</Words>
  <Application>WPS Presentation</Application>
  <PresentationFormat>Widescreen</PresentationFormat>
  <Paragraphs>101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Arial</vt:lpstr>
      <vt:lpstr>SimSun</vt:lpstr>
      <vt:lpstr>Wingdings</vt:lpstr>
      <vt:lpstr>Wingdings 3</vt:lpstr>
      <vt:lpstr>Arial</vt:lpstr>
      <vt:lpstr>Britannic Bold</vt:lpstr>
      <vt:lpstr>Times New Roman</vt:lpstr>
      <vt:lpstr>Century Gothic</vt:lpstr>
      <vt:lpstr>Microsoft YaHei</vt:lpstr>
      <vt:lpstr>Arial Unicode MS</vt:lpstr>
      <vt:lpstr>Calibri</vt:lpstr>
      <vt:lpstr>Wingdings</vt:lpstr>
      <vt:lpstr>Ion Boardroom</vt:lpstr>
      <vt:lpstr>PowerPoint 演示文稿</vt:lpstr>
      <vt:lpstr>PROJECT OVERVIEW</vt:lpstr>
      <vt:lpstr>DATASET OVERVIEW</vt:lpstr>
      <vt:lpstr>DATA CLEANING &amp; PREPARATION</vt:lpstr>
      <vt:lpstr>EXPLORATORY DATA ANALYSIS</vt:lpstr>
      <vt:lpstr>EXPLORATORY DATA ANALYSIS</vt:lpstr>
      <vt:lpstr>EXPLORATORY DATA ANALYSIS</vt:lpstr>
      <vt:lpstr>EXPLORATORY DATA ANALYSIS</vt:lpstr>
      <vt:lpstr>RFM DISTRIBUTION</vt:lpstr>
      <vt:lpstr>RFM FEATURE ENGINEERING</vt:lpstr>
      <vt:lpstr>DATA TRANSFORMATION &amp; SCALING</vt:lpstr>
      <vt:lpstr>CLUSTERING (K MEAN)</vt:lpstr>
      <vt:lpstr>CLUSTERING (K MEAN)</vt:lpstr>
      <vt:lpstr>SEGMENT LABELING</vt:lpstr>
      <vt:lpstr>COLLABORATIVE FILTERING</vt:lpstr>
      <vt:lpstr>STREAMLIT APP DASHBOARD</vt:lpstr>
      <vt:lpstr>CUSTOMER SEGMENTATION-RFM prediction</vt:lpstr>
      <vt:lpstr>CUSTOMER SEGMENTATION-RFM prediction</vt:lpstr>
      <vt:lpstr>CUSTOMER SEGMENTATION-RFM prediction</vt:lpstr>
      <vt:lpstr>CUSTOMER SEGMENTATION-RFM prediction</vt:lpstr>
      <vt:lpstr>CUSTOMER SEGMENTATION-RFM prediction</vt:lpstr>
      <vt:lpstr>PRODUCT SEGMENTATION</vt:lpstr>
      <vt:lpstr>PRODUCT SEGMENTATION</vt:lpstr>
      <vt:lpstr>FUTURE ENHANCEMENTS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Evangeline T</dc:creator>
  <cp:lastModifiedBy>Evangeline T</cp:lastModifiedBy>
  <cp:revision>5</cp:revision>
  <dcterms:created xsi:type="dcterms:W3CDTF">2025-11-08T12:25:00Z</dcterms:created>
  <dcterms:modified xsi:type="dcterms:W3CDTF">2025-11-11T11:25:17Z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AFEB9169F89E4A1BA1A5042E25F11E88_12</vt:lpwstr>
  </property>
  <property fmtid="{D5CDD505-2E9C-101B-9397-08002B2CF9AE}" pid="3" name="KSOProductBuildVer">
    <vt:lpwstr>1033-12.2.0.23155</vt:lpwstr>
  </property>
</Properties>
</file>